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63" r:id="rId4"/>
    <p:sldId id="259" r:id="rId5"/>
    <p:sldId id="260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8"/>
  </p:normalViewPr>
  <p:slideViewPr>
    <p:cSldViewPr snapToGrid="0">
      <p:cViewPr varScale="1">
        <p:scale>
          <a:sx n="116" d="100"/>
          <a:sy n="116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65A502-28C1-4A47-A1AD-2CC37467A0A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A5408-43E3-8546-9AB6-706574CAB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74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A5408-43E3-8546-9AB6-706574CAB8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775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E41D-86F7-17E9-EC06-219EE315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287C2-B80C-0B29-9BF7-D444BD749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15D5B-EBED-258A-99EE-A2A5E88F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0EA9-F535-FA25-6744-0C112CF9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E2827-6C1A-318D-13C4-A767DF88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59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4B97C-3B55-8FF5-CA93-BD4AA2FEA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F2FFD-22F2-5351-C837-36007012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CC7A3-18CD-6525-590A-4F7F79034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629B1-6DC2-A7BE-CEBF-12B1DD5D1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32BF-6A00-2D80-A5F7-5577C99BD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25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C1BA4-8425-CFE5-83BE-1991F8B8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25BA5-83DC-FB54-15CF-4786944F5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9293-F1FD-61C8-FF86-3094A347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7A89-3C4A-2552-755D-C3A7231E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194F1-842C-BA69-15F6-20F42E7F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9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C49A-8481-8014-8CD3-99083A80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B149F-BE5F-497E-6BAB-D7DE1141D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82CE8C-9FB0-B975-2EE1-AE3A8D9D76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6280-CAFD-1DDD-1A72-116D4F162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20A89-298C-428D-40DC-B418E15DC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B4F56-D1CB-E541-C65B-8237978C1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1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7C46-D948-4F5D-6885-FBCCCDB0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B3F83-6887-EACF-389C-F78D1CA4F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4BF79-4A6E-0410-1017-775B4EE1F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A7B6A8-3C78-6296-D929-E611E67164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523474-6D5F-B82D-314A-005966902A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CCDF32-13C4-5A88-DE89-F9BF1A09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2EF41-D88E-2866-11FE-B74E37254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DC08BC-2A22-9672-1CDF-27E5964F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96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2E7F5-0F3F-3458-0002-8E4DBFAC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1EE6A-193E-0C69-9217-96EA6B33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54F204-ED0D-C0D4-8412-66869B4B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919AF-00E1-E9E8-9956-B4D63299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3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036A0-E845-2D03-ADE7-315D54AA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0FF98-1F72-A31E-DE3C-6168DED8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67702-4E81-7FB4-1881-7B384864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843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B9A0-0289-3F4D-6A16-AC0AB0174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8248-5386-FE9D-2A89-2953CDB49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9DA6B-B21E-634E-85C2-F7B4968AA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1170C-DDA0-EBE2-DF14-8B90E95D8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7C9D0-A5ED-65DB-A619-F4733E7B2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9027E1-9131-5BFB-9264-04ABDA9A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090E-4F0E-2635-9272-C69D50B7E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B4E6-34CF-E0F0-71E2-79A84BBC0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AEF24-4503-A525-68A3-4979FFED8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2408A-945C-9C4B-06CF-86F60D631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BC9FA-2008-8BA6-BF6F-6AF4D38A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96175-0BA0-427D-9CAB-A5336BA5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3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32CD-D090-F72C-9858-2431B8AE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EF3581-3728-88EA-43DF-D5563E454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814E1-A196-2B4D-A699-65E2A9C9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0026F-D90A-63E1-F8A5-31AD448D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C4E0A-63D9-E240-A0D1-35C4A229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64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9ADFA3-7145-507B-E63F-5B7BD09DC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4D52A-E54A-9944-A1AF-2B356271F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6A086-6F44-EC7F-7D7B-5D0BBF7C6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EBC0C-A7CF-6B95-E526-0BE703FC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301C2-0D69-B71D-0C4C-A9AAD44C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7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48C037-6DE0-9F2D-84F9-F0A8818E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ECF10-4299-85BE-5CB1-567E9CB21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5D709-04F8-79B3-85D2-619201CAD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D147E-70AA-0341-B700-96D8BA059B27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AF7AA-F57D-14C1-10FF-52C52B5D9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E3510-C22D-49F4-B23A-270E3987C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EFABC-F3BF-704F-9086-690EB9F3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5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3CC1B-97CA-EE1A-833F-3B71744029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Project: Dice-Rolling Simulator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2CA85-C082-91E2-CB64-412C4556D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Christian Edison Gonzalez</a:t>
            </a:r>
          </a:p>
        </p:txBody>
      </p:sp>
    </p:spTree>
    <p:extLst>
      <p:ext uri="{BB962C8B-B14F-4D97-AF65-F5344CB8AC3E}">
        <p14:creationId xmlns:p14="http://schemas.microsoft.com/office/powerpoint/2010/main" val="409227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05E9-2A20-4223-0E68-C60A42FD8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24BBC-0995-B108-890A-053C14E6B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3954" cy="449805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idea: dice-rolling simulator</a:t>
            </a:r>
          </a:p>
          <a:p>
            <a:pPr lvl="1"/>
            <a:r>
              <a:rPr lang="en-US" dirty="0"/>
              <a:t>allow users to select the number of dice to roll together</a:t>
            </a:r>
          </a:p>
          <a:p>
            <a:pPr lvl="1"/>
            <a:r>
              <a:rPr lang="en-US" dirty="0"/>
              <a:t>allow users to select the number of sides per die</a:t>
            </a:r>
          </a:p>
          <a:p>
            <a:pPr lvl="1"/>
            <a:r>
              <a:rPr lang="en-US" dirty="0"/>
              <a:t>roll the dice and display a history of results</a:t>
            </a:r>
          </a:p>
          <a:p>
            <a:pPr lvl="1"/>
            <a:r>
              <a:rPr lang="en-US" dirty="0"/>
              <a:t>track statistics after every roll: display the total rolls, number of times each side was rolled, average chance of rolling a certain side</a:t>
            </a:r>
          </a:p>
          <a:p>
            <a:pPr lvl="1"/>
            <a:r>
              <a:rPr lang="en-US" dirty="0"/>
              <a:t>save roll history to a comma-separated log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EB9BA6-B489-91E0-A952-9CD7A6D9C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320" y="365125"/>
            <a:ext cx="4209480" cy="32316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C2095A-422E-0821-CA90-4A13BE805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4320" y="3749571"/>
            <a:ext cx="4209480" cy="274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25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9352F-22E5-9797-03BE-9273F9669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UML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9395D-524E-3098-21A2-61CAE887D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4815374" cy="5032375"/>
          </a:xfrm>
        </p:spPr>
        <p:txBody>
          <a:bodyPr/>
          <a:lstStyle/>
          <a:p>
            <a:r>
              <a:rPr lang="en-US" dirty="0"/>
              <a:t>Emphasis on abstraction and polymorphism</a:t>
            </a:r>
          </a:p>
          <a:p>
            <a:r>
              <a:rPr lang="en-US" dirty="0"/>
              <a:t>Software principles like SOLID, GRASP:</a:t>
            </a:r>
          </a:p>
          <a:p>
            <a:pPr lvl="1"/>
            <a:r>
              <a:rPr lang="en-US" dirty="0"/>
              <a:t>Liskov substitution principle</a:t>
            </a:r>
          </a:p>
          <a:p>
            <a:pPr lvl="1"/>
            <a:r>
              <a:rPr lang="en-US" dirty="0"/>
              <a:t>separation of concerns</a:t>
            </a:r>
          </a:p>
          <a:p>
            <a:r>
              <a:rPr lang="en-US" dirty="0"/>
              <a:t>Easily maintainable, highly extendable:</a:t>
            </a:r>
          </a:p>
          <a:p>
            <a:pPr lvl="1"/>
            <a:r>
              <a:rPr lang="en-US" dirty="0"/>
              <a:t>flipping coins</a:t>
            </a:r>
          </a:p>
          <a:p>
            <a:pPr lvl="1"/>
            <a:r>
              <a:rPr lang="en-US" dirty="0"/>
              <a:t>shuffling cards</a:t>
            </a:r>
          </a:p>
          <a:p>
            <a:pPr lvl="1"/>
            <a:r>
              <a:rPr lang="en-US" dirty="0"/>
              <a:t>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ABC55F-08C2-0C41-CABA-149D6D491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349" y="2301232"/>
            <a:ext cx="6363091" cy="295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BD2B0-9F39-E8F1-1AAA-AE3CE9923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Implementation: WinForms Controls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6D23A06-8F6B-6FEB-8F2A-6A419F9ED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134642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Specific controls can be changed as needed</a:t>
            </a:r>
          </a:p>
          <a:p>
            <a:r>
              <a:rPr lang="en-US" dirty="0"/>
              <a:t>No changes to underlying logic required for Roll, Save History, History, or Statistics controls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615490-8F97-5E2A-EDAB-1484F8267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22" y="3037109"/>
            <a:ext cx="5244523" cy="34557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37C159-F69E-AA71-FCF5-8199B1C95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25" y="3037109"/>
            <a:ext cx="5452431" cy="345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272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9D1F7-AD60-1A1A-364C-92D1E1E3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Code and App!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57ACE-8074-D0FB-D780-912EA91F4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47" y="1690688"/>
            <a:ext cx="4848741" cy="2111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07ABB0-37B5-ADB6-29F0-A6BCFE721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47" y="3942467"/>
            <a:ext cx="4848741" cy="25059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E194EC-E945-F06E-67C5-B2078A382D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4309" y="1690688"/>
            <a:ext cx="6006756" cy="4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04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0FB9C-CF3A-041E-5867-69E7B1E73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the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3F916-8666-C09A-228C-9F8D98B4D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76024"/>
          </a:xfrm>
        </p:spPr>
        <p:txBody>
          <a:bodyPr/>
          <a:lstStyle/>
          <a:p>
            <a:r>
              <a:rPr lang="en-US" dirty="0"/>
              <a:t>Planning the object-oriented was the hardest part:</a:t>
            </a:r>
          </a:p>
          <a:p>
            <a:pPr lvl="1"/>
            <a:r>
              <a:rPr lang="en-US" dirty="0"/>
              <a:t>much more familiar with procedural programming</a:t>
            </a:r>
          </a:p>
          <a:p>
            <a:pPr lvl="1"/>
            <a:r>
              <a:rPr lang="en-US" dirty="0"/>
              <a:t>some parts aren’t needed or don’t make sense (</a:t>
            </a:r>
            <a:r>
              <a:rPr lang="en-US" dirty="0" err="1"/>
              <a:t>IRollableToken</a:t>
            </a:r>
            <a:r>
              <a:rPr lang="en-US" dirty="0"/>
              <a:t> is never used)</a:t>
            </a:r>
          </a:p>
          <a:p>
            <a:r>
              <a:rPr lang="en-US" dirty="0"/>
              <a:t>Much room for optimization:</a:t>
            </a:r>
          </a:p>
          <a:p>
            <a:pPr lvl="1"/>
            <a:r>
              <a:rPr lang="en-US" dirty="0"/>
              <a:t>saving history rewrites the entire file instead of appending</a:t>
            </a:r>
          </a:p>
          <a:p>
            <a:pPr lvl="1"/>
            <a:r>
              <a:rPr lang="en-US" dirty="0"/>
              <a:t>use async programming to save history and keep UI responsive</a:t>
            </a:r>
          </a:p>
          <a:p>
            <a:r>
              <a:rPr lang="en-US" dirty="0"/>
              <a:t>Visual Studio class designer:</a:t>
            </a:r>
          </a:p>
          <a:p>
            <a:pPr lvl="1"/>
            <a:r>
              <a:rPr lang="en-US" dirty="0"/>
              <a:t>cool!</a:t>
            </a:r>
          </a:p>
          <a:p>
            <a:pPr lvl="1"/>
            <a:r>
              <a:rPr lang="en-US" dirty="0"/>
              <a:t>but extensive compatibility issues, took several hours to troubleshoot</a:t>
            </a:r>
          </a:p>
        </p:txBody>
      </p:sp>
    </p:spTree>
    <p:extLst>
      <p:ext uri="{BB962C8B-B14F-4D97-AF65-F5344CB8AC3E}">
        <p14:creationId xmlns:p14="http://schemas.microsoft.com/office/powerpoint/2010/main" val="173948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2DDBC-E8DA-29D9-AC47-B7B63D89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3D15A-5B8A-83D6-7820-4D853CD9B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5577"/>
            <a:ext cx="9144000" cy="2387600"/>
          </a:xfrm>
        </p:spPr>
        <p:txBody>
          <a:bodyPr/>
          <a:lstStyle/>
          <a:p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46818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226</Words>
  <Application>Microsoft Macintosh PowerPoint</Application>
  <PresentationFormat>Widescreen</PresentationFormat>
  <Paragraphs>34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Final Project: Dice-Rolling Simulator</vt:lpstr>
      <vt:lpstr>Introduction</vt:lpstr>
      <vt:lpstr>Implementation: UML Diagram</vt:lpstr>
      <vt:lpstr>Implementation: WinForms Controls</vt:lpstr>
      <vt:lpstr>Demo: Code and App!</vt:lpstr>
      <vt:lpstr>Takeaways from the Experience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Gonzalez</dc:creator>
  <cp:lastModifiedBy>Christian Gonzalez</cp:lastModifiedBy>
  <cp:revision>41</cp:revision>
  <dcterms:created xsi:type="dcterms:W3CDTF">2026-05-04T18:57:08Z</dcterms:created>
  <dcterms:modified xsi:type="dcterms:W3CDTF">2026-05-05T03:19:01Z</dcterms:modified>
</cp:coreProperties>
</file>